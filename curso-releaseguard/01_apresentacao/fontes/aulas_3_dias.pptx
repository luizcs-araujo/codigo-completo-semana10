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09.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19.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29.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39.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49.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59.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69.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72.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73.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74.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75.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76.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77.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78.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79.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80.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Guia: 04_guia_teorico_slide_a_slide.md — Slide 81. Use os guias práticos v3 para comandos e evidências.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RELEASEGUARD AI: QA FUNCIONAL LOW-CODE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6858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LOW-CODE PARA QA E SRE COM IA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658368" y="2606040"/>
            <a:ext cx="6400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</a:rPr>
              <a:t>Semana técnica baseada no núcleo validado ReleaseGuard: QA funcional, regressão visual e investigação SRE com evidências reais.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680960" y="1600200"/>
            <a:ext cx="356616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0" y="1600200"/>
            <a:ext cx="64008" cy="283464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1755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Núcleo congelado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63840" y="2103120"/>
            <a:ext cx="324612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C0C0C"/>
                </a:solidFill>
              </a:rPr>
              <a:t>releaseguard_course_validated_2026-08-17.zip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C0C0C"/>
                </a:solidFill>
              </a:rPr>
              <a:t>57 testes + gates live aprovados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PROBLEMA: TESTE GERADO NÃO É TESTE CONFIÁVEL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Problema de engenharia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LLMs podem gerar teste plausível e errado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Low-code facilita automação, mas não define correção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 objetivo é produzir evidência verificável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Regra da semana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IA propõe e interpreta. Código valida, mede e decide política.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SISTEMA CENTRAL E EVIDÊNCIAS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325880"/>
            <a:ext cx="64008" cy="123444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FastAPI + UI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e-commerce real com estados e cenários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325880"/>
            <a:ext cx="64008" cy="123444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Dia 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1772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TestPlan + HTTP + oracle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132588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325880"/>
            <a:ext cx="64008" cy="123444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14813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Dia 2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0" y="1828800"/>
            <a:ext cx="29260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Playwright + SSIM + VLM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46888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063240"/>
            <a:ext cx="64008" cy="12344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32186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Dia 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65176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Prometheus + Jaeger + SRE Agent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30632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3063240"/>
            <a:ext cx="64008" cy="12344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2186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Complete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66560" y="3566160"/>
            <a:ext cx="30632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PASS / REVIEW / BLOCK por política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4800600"/>
            <a:ext cx="9692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Uma única aplicação gera os artefatos que aparecem nos guias e nos slides.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DEFINIÇÃO CANÔNICA: LOW-CODE TESTING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Definição vem depois da evidência executada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Vocabulário técnico nomeia o que o aluno já viu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A definição fecha com limite operacional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Conecte este conceito ao artefato executado antes de avançar.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DEFINIÇÃO CANÔNICA: TEST CASE E TEST ORACLE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Definição vem depois da evidência executada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Vocabulário técnico nomeia o que o aluno já viu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definição fecha com limite operacional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TestPlan → executor → report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EXECUTAR ANTES DE TEORIZAR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executar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observar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formalizar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aprofundar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aplicar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avaliar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005840" y="461772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Comece pelo terminal/browser. A teoria nomeia o comportamento observado.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REQUISITO DE ESTOQUE INSUFICIENTE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IA ajuda a transformar requisito em plano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Código valida escopo e executa HTTP real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Relatório registra evidência verificável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LLM propõe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Pydantic valida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 executa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Oracle decide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SCHEMA CANÔNICO DO TESTPLAN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67512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54480"/>
            <a:ext cx="635508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HttpStep(BaseModel):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name: str = Field(min_length=3)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method: Literal['GET','POST','PUT','PATCH','DELETE']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path: str = Field(pattern=r'^/.*$')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json_body: dict | None = None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expect_status: int = Field(ge=100, le=599)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class TestPlan(BaseModel):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__test__ = False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name: str = Field(min_length=3)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intent: str = Field(min_length=5)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risk: str = Field(min_length=3)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oracle: str = Field(min_length=5)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steps: list[HttpStep] = Field(min_length=1, max_length=8)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26680" y="1691640"/>
            <a:ext cx="35661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Plano validável antes de executar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Steps HTTP com status esperado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Oracle descrito fora do modelo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POR QUE PYDANTIC ENTRA ANTES DO HTTP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Schema é contrato de integração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Pydantic valida antes de qualquer HTTP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Formato válido ainda precisa ser semântico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TestPlan → executor → report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POLÍTICA DE MÉTODO E PATH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3474720"/>
          </a:xfrm>
          <a:prstGeom prst="roundRect">
            <a:avLst>
              <a:gd name="adj" fmla="val 157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54480"/>
            <a:ext cx="653796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ALLOWED_METHODS = {'GET','POST'}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ALLOWED_PREFIXES = ['/cart','/checkout','/products','/lab']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validate_plan_policy(plan, base_url):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step in plan.steps: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step.method not in ALLOWED_METHODS: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raise PermissionError(step.method)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not any(step.path.startswith(p) for p in ALLOWED_PREFIXES):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raise PermissionError(step.path)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Permissões ficam no código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Método e path são filtrados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Endpoint inventado não chega ao HTTP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EXECUTOR HTTP REAL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903720" cy="3703320"/>
          </a:xfrm>
          <a:prstGeom prst="roundRect">
            <a:avLst>
              <a:gd name="adj" fmla="val 1481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54480"/>
            <a:ext cx="6583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run_plan(plan:TestPlan, base_url:str='http://127.0.0.1:8000', client:httpx.Client|None=None)-&gt;TestReport: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validate_plan_policy(plan,base_url)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own=client is None; client=client or httpx.Client(base_url=base_url,timeout=3.0)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context={} ; results=[]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try: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for step in plan.steps: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path=step.path.format(**context)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r=client.request(step.method,path,json=step.json_body)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body=r.json() if 'application/json' in r.headers.get('content-type','') else r.text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if step.path=='/cart' and isinstance(body,dict) and 'id' in body: context['cart_id']=body['id']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if step.path=='/checkout' and isinstance(body,dict) and 'id' in body: context['order_id']=body['id']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    results.append(StepResult(step.name,step.method,path,r.status_code,step.expect_status,r.status_code==step.expect_status,body))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return TestReport(plan.name, all(s.passed for s in results), results)</a:t>
            </a:r>
            <a:endParaRPr lang="en-US" sz="1330" dirty="0"/>
          </a:p>
        </p:txBody>
      </p:sp>
      <p:sp>
        <p:nvSpPr>
          <p:cNvPr id="11" name="Text 9"/>
          <p:cNvSpPr/>
          <p:nvPr/>
        </p:nvSpPr>
        <p:spPr>
          <a:xfrm>
            <a:off x="7863840" y="169164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httpx executa contra FastAPI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Cada step registra status e body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Relatório vira evidência reutilizável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DEMONSTRAÇÃO: 200 DEPOIS 409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"name": "checkout bloqueia quantidade acima do estoque",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"passed": true,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"steps":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"name": "criar carrinho",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"method": "POST",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"path": "/cart",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"status": 200,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"expected_status": 200,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"passed": true,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"body":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"id": "cart-003",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"items": []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"name": "adicionar quantidade inválida",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"method": "POST",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"path": "/cart/cart-003/items",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"status": 409,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"expected_status": 409,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"passed": true,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"body":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"detail": "insufficient stock"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635240" y="146304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1463040"/>
            <a:ext cx="64008" cy="100584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16184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Step 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18120" y="196596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POST /cart → 200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35240" y="2743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2743200"/>
            <a:ext cx="64008" cy="100584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2898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Step 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18120" y="324612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POST /items → 409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35240" y="40233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4023360"/>
            <a:ext cx="64008" cy="100584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41788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Oracle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818120" y="4526280"/>
            <a:ext cx="3246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insufficient stock esperado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QUE A IA PODE GERAR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IA ajuda a transformar requisito em plano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Código valida escopo e executa HTTP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Relatório registra evidência verificável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TestPlan → executor → report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QUE A IA NÃO DEVE DECIDIR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requisito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schema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validação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HTTP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oracle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IA ajuda a transformar requisito em plano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Código valida escopo e executa HTTP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Relatório registra evidência verificável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OLLAMA STRUCTURED OUTPUT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949440" cy="3977640"/>
          </a:xfrm>
          <a:prstGeom prst="roundRect">
            <a:avLst>
              <a:gd name="adj" fmla="val 1379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54480"/>
            <a:ext cx="6629400" cy="3703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generate_plan(requirement:str, openapi:dict, base_url:str|None=None, model:str|None=None, runtime_context:dict|None=None)-&gt;TestPlan: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endpoint=(base_url or os.getenv('OLLAMA_BASE_URL','http://localhost:11434')).rstrip('/')+'/api/chat'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model=model or os.getenv('OLLAMA_TEXT_MODEL','qwen3:8b')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schema=TestPlan.model_json_schema()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prompt=f"Requisito:\n{requirement}\n\nContexto de execução:\n{json.dumps(runtime_context or {},ensure_ascii=False)}\n\nOpenAPI:\n{json.dumps(openapi,ensure_ascii=False)[:24000]}\n\nJSON Schema:\n{json.dumps(schema,ensure_ascii=False)}"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messages=[{'role':'system','content':SYSTEM_INSTRUCTIONS},{'role':'user','content':prompt}]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for _ in range(3):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payload={'model':model,'stream':False,'format':schema,'options':{'temperature':0},'messages':messages}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r=httpx.post(endpoint,json=payload,timeout=120.0); r.raise_for_status()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content=r.json()['message']['content']; plan=TestPlan.model_validate_json(content)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issues=_semantic_issues(plan,openapi)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if not issues: return plan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messages.extend([{'role':'assistant','content':content},{'role':'user','content':'Corrija estes problemas semânticos: '+'; '.join(issues)}])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raise ValueError('generated plan failed semantic validation: '+'; '.join(issues))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7863840" y="1554480"/>
            <a:ext cx="338328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Schema enviado ao modelo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Temperatura baixa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Pydantic valida antes do executor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PROMPT COM OPENAPI E PRODUTOS REAIS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IA ajuda a transformar requisito em plano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Código valida escopo e executa HTTP real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Relatório registra evidência verificável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Conecte este conceito ao artefato executado antes de avançar.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CORREÇÃO LIMITADA E VALIDAÇÃO SEMÂNTICA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IA ajuda a transformar requisito em plano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Código valida escopo e executa HTTP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Relatório registra evidência verificável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TestPlan → executor → report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LOW-CODE NO N8N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BASIC LLM CHAIN, NÃO AI AGENT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Basic LLM Chain, não AI Agent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50292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AAAAAA"/>
                </a:solidFill>
              </a:rPr>
              <a:t>n8n Basic LLM Chain: docs.n8n.io/integrations/builtin/cluster-nodes/root-nodes/n8n-nodes-langchain.chainllm</a:t>
            </a:r>
            <a:endParaRPr lang="en-US" sz="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WORKFLOW N8N VALIDADO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ONDE OBSERVAR CADA NODE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Workflow n8n validado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8580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1. Manual Trigger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474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2. Requirement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3. Fetch OpenAPI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905256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82880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9842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4. Fetch Products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354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580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5. Generate TestPlan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Chain + Ollama + Parser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47472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6. Validation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26364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7. Execute Plan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465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/qa/execute-plan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9052560" y="324612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052560" y="3246120"/>
            <a:ext cx="64008" cy="91440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C0C0C"/>
                </a:solidFill>
              </a:rPr>
              <a:t>8.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2354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0C0C0C"/>
                </a:solidFill>
              </a:rPr>
              <a:t>node validado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SELF-HEALING: ÚTIL OU PERIGOSO?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requisito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schema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validação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HTTP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oracle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F08305"/>
          </a:solidFill>
          <a:ln w="12700">
            <a:solidFill>
              <a:srgbClr val="F0830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report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Auto-reparo pode reduzir manutenção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Também pode mascarar regressão legítima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Human review protege baseline e oracle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FAILURE MODES DO DIA 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5166360" cy="640080"/>
          </a:xfrm>
          <a:prstGeom prst="rect">
            <a:avLst/>
          </a:prstGeom>
          <a:solidFill>
            <a:srgbClr val="F08305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48132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Failure mode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89320" y="1417320"/>
            <a:ext cx="5166360" cy="640080"/>
          </a:xfrm>
          <a:prstGeom prst="rect">
            <a:avLst/>
          </a:prstGeom>
          <a:solidFill>
            <a:srgbClr val="F08305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62472" y="148132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Controle no núcleo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205740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12140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Endpoint inventado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89320" y="205740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2472" y="212140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policy.py + OpenAPI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" y="269748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276148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JSON inválido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269748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276148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Structured Output + Pydantic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333756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40156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Oracle fraco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333756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62472" y="340156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regra de negócio + status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397764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404164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Self-healing excessivo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3977640"/>
            <a:ext cx="5166360" cy="640080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4041648"/>
            <a:ext cx="502005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review humano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COMPARAÇÃO: CÓDIGO, LOW-CODE E AGENTE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IA ajuda a transformar requisito em plano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Código valida escopo e executa HTTP real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Relatório registra evidência verificável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Conecte este conceito ao artefato executado antes de avançar.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EXERCÍCIO MENTORADO DIA 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F08305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F08305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Foco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Carrinho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stateful multi-step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Cupom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boundary testing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Estoque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409 e oracle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Idempotência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retry sem efeito duplicado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" y="480060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Entrega: plano + evidência + justificativa do oracle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Avaliação: decisão técnica, não memorização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CRITÉRIOS DE AVALIAÇÃO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F08305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F08305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Foco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Carrinho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stateful multi-step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Cupom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boundary testing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Estoque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409 e oracle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Idempotência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retry sem efeito duplicado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60120" y="480060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Entrega: plano + evidência + justificativa do oracle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Avaliação: decisão técnica, não memorização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08305"/>
          </a:solidFill>
          <a:ln w="12700">
            <a:solidFill>
              <a:srgbClr val="F0830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8305"/>
                </a:solidFill>
              </a:rPr>
              <a:t>DIA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FECHAMENTO DIA 1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IA ajuda a transformar requisito em plano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Código valida escopo e executa HTTP real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Relatório registra evidência verificável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LLM propõe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Pydantic valida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HTTP executa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Oracle decide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DIA 2: REGRESSÃO VISUAL COM VISUAL AI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6309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REGRESSÃO VISUAL COM VISUAL AI</a:t>
            </a:r>
            <a:endParaRPr lang="en-US" sz="3000" dirty="0"/>
          </a:p>
        </p:txBody>
      </p:sp>
      <p:pic>
        <p:nvPicPr>
          <p:cNvPr id="10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988820"/>
            <a:ext cx="3291840" cy="2057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2834640"/>
            <a:ext cx="5669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</a:rPr>
              <a:t>Browser real → screenshot → diff → SSIM → VLM → política visual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PROBLEMA: IMAGEM DIFERENTE ≠ BUG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Browser real gera screenshots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Comparação visual mede diferença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baseline/current/diff → triagem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DEFINIÇÃO CANÔNICA: VISUAL REGRESSION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baseline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cenário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current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policy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Definição vem depois da evidência executada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Vocabulário técnico nomeia o que o aluno já viu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definição fecha com limite operacional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DEFINIÇÃO: BASELINE, CURRENT E DIFF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Métrica quantifica diferença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Score agregado pode esconder região crítica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Diff comunica o problema para humanos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imagem != bug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 != correção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triagem != policy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UI REAL DO RELEASEGUARD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Captura vem de /store/checkout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Playwright usa Chromium gerenciado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Baseline é artefato versionável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PLAYWRIGHT COMO CÂMERA DETERMINÍSTICA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Browser real gera screenshots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Comparação visual mede diferença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baseline/current/diff → triagem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CAPTURA DE BASELINE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Captura vem de /store/checkout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Playwright usa Chromium gerenciado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Baseline é artefato versionável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CENÁRIO VISUAL CONTROLADO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Cenário controlado altera HTML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 botão muda de posição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diferença é pequena, mas localizada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CAPTURA CURRENT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cur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338328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Cenário controlado altera HTML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 botão muda de posição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diferença é pequena, mas localizada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PIXEL DIFF: O PRIMEIRO SINAL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[285, 237, 567, 297]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BOUNDING BOX: ONDE MUDOU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[285, 237, 567, 297]</a:t>
            </a:r>
            <a:endParaRPr lang="en-US" sz="12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SSIM: SIMILARIDADE ESTRUTURAL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8961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SSIM = luminância × contraste × estrutura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Luminância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Comparação do brilho médio das janelas locais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Contraste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 a variação de intensidade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Estrutura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 padrões locais normalizados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artefato validado: SSIM 0.9869 com mudança localizada no CTA.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A MATEMÁTICA INTUITIVA DO SSIM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8961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SSIM = luminância × contraste × estrutura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Luminância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Comparação do brilho médio das janelas locais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Contraste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 a variação de intensidade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Estrutura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 padrões locais normalizados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artefato validado: SSIM 0.9869 com mudança localizada no CTA.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SCORE GLOBAL E BUG LOCALIZADO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89611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SSIM = luminância × contraste × estrutura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Luminância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Comparação do brilho médio das janelas locais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3484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Contraste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 a variação de intensidade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20574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2057400"/>
            <a:ext cx="64008" cy="14173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2128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C0C0C"/>
                </a:solidFill>
              </a:rPr>
              <a:t>Estrutura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Compara padrões locais normalizados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 artefato validado: SSIM 0.9869 com mudança localizada no CTA.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EVIDÊNCIA REAL VALIDADA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[285, 237, 567, 297]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DIFF COMO ARTEFATO DE COMUNICAÇÃO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pic>
        <p:nvPicPr>
          <p:cNvPr id="9" name="Image 0" descr="/mnt/data/final_sync/releaseguard_course/complete/artifacts/visual/d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4455"/>
            <a:ext cx="7223760" cy="45148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417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0" y="1417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1572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Pixel ratio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12480" y="1920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0.01148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29600" y="256032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2560320"/>
            <a:ext cx="64008" cy="86868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2715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SSIM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0.98693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229600" y="37033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3703320"/>
            <a:ext cx="64008" cy="96012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0" y="38587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BBox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412480" y="4206240"/>
            <a:ext cx="2606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0C0C0C"/>
                </a:solidFill>
              </a:rPr>
              <a:t>[285, 237, 567, 297]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VLM COMO TRIADOR VISUAL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Qwen3-VL recebeu baseline/current/diff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Saída estruturada por schema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recommendation=review, não decisão final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PROMPT MULTIMODAL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Qwen3-VL recebeu baseline/current/diff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Saída estruturada por schema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recommendation=review, não decisão final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TRIAGEM ESTRUTURADA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Qwen3-VL recebeu baseline/current/diff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Saída estruturada por schema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recommendation=review, não decisão final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QUE O VLM NÃO DECIDE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234440"/>
            <a:ext cx="6583680" cy="4846320"/>
          </a:xfrm>
          <a:prstGeom prst="roundRect">
            <a:avLst>
              <a:gd name="adj" fmla="val 1132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71600"/>
            <a:ext cx="6263640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"change_type": "button_shift",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"severity": "low",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"affected_region": "[285, 237, 567, 297]",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"evidence":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"Visible button shift from baseline to current image: the blue 'Finalizar compra' button in baseline (image 1) is positioned differently in current (image 2), with a noticeable horizontal displacement. The metrics confirm this as pixel_change_ratio=0.0114814453125 and SSIM=0.9869284082954217 indicate minimal visual change but detectable shift in button position."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"recommendation": "review"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2668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Qwen3-VL recebeu baseline/current/diff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Saída estruturada por schema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recommendation=review, não decisão final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POLÍTICAS VISUAIS: ACCEPT/REVIEW/BLOCK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Browser real gera screenshots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Comparação visual mede diferença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VLM classifica sem decidir release sozinho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Conecte este conceito ao artefato executado antes de avançar.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CONTEÚDO DINÂMICO E MÁSCARAS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Browser real gera screenshots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Comparação visual mede diferença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VLM classifica sem decidir release sozinho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baseline/current/diff → triagem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FALSE POSITIVES E FALSE NEGATIVES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baseline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cenário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current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policy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Browser real gera screenshots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Comparação visual mede diferença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VLM classifica sem decidir release sozinho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BASELINE POLLUTION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Browser real gera screenshots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Comparação visual mede diferença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VLM classifica sem decidir release sozinho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imagem != bug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 != correção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triagem != policy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EXERCÍCIO MENTORADO DIA 2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C71D81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C71D81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Decisão esperada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CTA desaparecido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block/review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timestamp dinâmico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mask/accept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mudança de cor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depende do componente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layout shift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review com evidência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9784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Cada grupo define métrica, região, política e evidência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VLM ajuda na triagem; grupo defende a política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RUBRICA VISUAL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C71D81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Caso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C71D81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Decisão esperada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CTA desaparecido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block/review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timestamp dinâmico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mask/accept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mudança de cor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depende do componente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layout shift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review com evidência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572000"/>
            <a:ext cx="9784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Cada grupo define métrica, região, política e evidência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VLM ajuda na triagem; grupo defende a política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71D81"/>
          </a:solidFill>
          <a:ln w="12700">
            <a:solidFill>
              <a:srgbClr val="C71D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71D81"/>
                </a:solidFill>
              </a:rPr>
              <a:t>DIA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FECHAMENTO DIA 2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Sequência lógica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7724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baseline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2588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9456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cenário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1188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current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6052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diff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7784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VLM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95160" y="2578608"/>
            <a:ext cx="82296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863840" y="2331720"/>
            <a:ext cx="502920" cy="502920"/>
          </a:xfrm>
          <a:prstGeom prst="ellipse">
            <a:avLst/>
          </a:prstGeom>
          <a:solidFill>
            <a:srgbClr val="C71D81"/>
          </a:solidFill>
          <a:ln w="12700">
            <a:solidFill>
              <a:srgbClr val="C71D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44144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35240" y="301752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policy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" y="4572000"/>
            <a:ext cx="978408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Browser real gera screenshots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Comparação visual mede diferença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VLM classifica sem decidir release sozinho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DIA 3: ASSISTENTE SRE INTELIGENTE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65836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ASSISTENTE SRE INTELIGENTE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60350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DDDDD"/>
                </a:solidFill>
              </a:rPr>
              <a:t>Investigação com métricas, traces e ferramentas read-only — sem receber o nome do cenário.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92440" y="164592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92440" y="1645920"/>
            <a:ext cx="64008" cy="274320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801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Evidência final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75320" y="2148840"/>
            <a:ext cx="283464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payment.request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253758 µs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requires_human=true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 PROBLEMA: INVESTIGAR SEM INVENTAR RCA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64008" cy="219456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Ideia central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Agente recebe sintoma, não cenário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371600"/>
            <a:ext cx="64008" cy="219456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Engenharia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Tool calls read-only coletam evidência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83880" y="13716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1371600"/>
            <a:ext cx="64008" cy="219456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527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Limite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1874520"/>
            <a:ext cx="297180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Conclusão é causa provável com confiança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206240"/>
            <a:ext cx="9875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Conecte este conceito ao artefato executado antes de avançar.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DEFINIÇÃO CANÔNICA: OBSERVABILIDADE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Ponto de condução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5029200" cy="2743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Definição vem depois da evidência executada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Vocabulário técnico nomeia o que o aluno já viu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definição fecha com limite operacional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64008" cy="310896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Ligação com o núcleo congelado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1920240"/>
            <a:ext cx="4434840" cy="2514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C0C0C"/>
                </a:solidFill>
              </a:rPr>
              <a:t>Prometheus/Jaeger → investigation_result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MÉTRICAS, LOGS E TRACES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Métricas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tendência e magnitude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evento textual e detalhe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caminho e duração por request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limite operacional aceitável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RED E USE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Métricas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tendência e magnitude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evento textual e detalhe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caminho e duração por request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limite operacional aceitável</a:t>
            </a:r>
            <a:endParaRPr lang="en-US" sz="11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SLI, SLO E ERROR BUDGET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Sinal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Função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Métricas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39112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103120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tendência e magnitude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Logs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660904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724912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evento textual e detalhe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82696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346704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caminho e duração por request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SLO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904488"/>
            <a:ext cx="516636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968496"/>
            <a:ext cx="502005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limite operacional aceitável</a:t>
            </a:r>
            <a:endParaRPr lang="en-US" sz="11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FALHA REAL: PAYMENT_LATENCY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17320"/>
            <a:ext cx="64008" cy="118872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Normal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C0C0C"/>
                </a:solidFill>
              </a:rPr>
              <a:t>payment ≈ 0.002638 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288036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880360"/>
            <a:ext cx="64008" cy="118872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358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Cenário ativo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44348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0C0C0C"/>
                </a:solidFill>
              </a:rPr>
              <a:t>payment_latency ≈ 0.257617 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80760" y="1691640"/>
            <a:ext cx="44805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falha é real na aplicação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evidência aparece em métricas e traces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 agente recebe sintoma, não cenário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MÉTRICA REAL EXPOSTA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21792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54480"/>
            <a:ext cx="58978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releaseguard_dependency_duration_seconds_sum{dependency="payment_provider"}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0.25361775000055786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releaseguard target: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691640"/>
            <a:ext cx="34747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Prometheus consulta evidência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query não contém a resposta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Labels conectam dependência e janela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PROMETHEUS COMO FONTE DE EVIDÊNCIA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21792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54480"/>
            <a:ext cx="589788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releaseguard_dependency_duration_seconds_sum{dependency="payment_provider"}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→ 0.25361775000055786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releaseguard target: 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0920" y="1691640"/>
            <a:ext cx="347472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Prometheus consulta evidência real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 query não contém a resposta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Labels conectam dependência e janela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OPENTELEMETRY NO FASTAPI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685800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554480"/>
            <a:ext cx="653796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configure_tracing():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global _configured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_configured: return trace.get_tracer('releaseguard')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provider=TracerProvider(resource=Resource.create({'service.name':'releaseguard'})); trace.set_tracer_provider(provider)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endpoint=os.getenv('OTEL_EXPORTER_OTLP_ENDPOINT')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endpoint: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from opentelemetry.exporter.otlp.proto.http.trace_exporter import OTLPSpanExporter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provider.add_span_processor(BatchSpanProcessor(OTLPSpanExporter(endpoint=endpoint.rstrip('/')+'/v1/traces')))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_configured=True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trace.get_tracer('releaseguard')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164592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Resource define service.name=releaseguard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Exporter OTLP envia para Jaeger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Spans customizados carregam atributos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JAEGER E TRACES DISTRIBUÍDOS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17320"/>
            <a:ext cx="64008" cy="10058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Jaeger 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releaseguard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43200"/>
            <a:ext cx="64008" cy="10058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986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Span normal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payment.request ≈ 865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69080"/>
            <a:ext cx="64008" cy="10058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245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Span degradado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572000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payment.request ≈ 253758 µs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3891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Trace individualiza a requisição lenta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Span mostra a dependência provável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Ainda não é causa verificada absoluta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SPAN PAYMENT.REQUEST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17320"/>
            <a:ext cx="64008" cy="10058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7276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Jaeger 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920240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releaseguard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27432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743200"/>
            <a:ext cx="64008" cy="10058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89864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Span normal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3246120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payment.request ≈ 865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069080"/>
            <a:ext cx="64008" cy="100584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2245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Span degradado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572000"/>
            <a:ext cx="4434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payment.request ≈ 253758 µs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38912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Trace individualiza a requisição lenta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Span mostra a dependência provável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Ainda não é causa verificada absoluta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HIPÓTESE ANTES DA TOOL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493776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Agente recebe sintoma, não cenário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Tool calls read-only coletam evidência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Conclusão é causa provável com confiança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040" y="1600200"/>
            <a:ext cx="5120640" cy="2377440"/>
          </a:xfrm>
          <a:prstGeom prst="roundRect">
            <a:avLst>
              <a:gd name="adj" fmla="val 230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9632" y="1737360"/>
            <a:ext cx="48006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regra da aula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sintoma != causa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trace != RCA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mitigação != execução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TOOL CALLING SRE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Tools read-only: métricas, traces, health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Agente registra tool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Input não contém scenario=payment_latency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TOOLS READ-ONLY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Tools read-only: métricas, traces, health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Agente registra tool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Input não contém scenario=payment_latency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REGISTRO DE TOOL CALLS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Tools read-only: métricas, traces, health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Agente registra tool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Input não contém scenario=payment_latency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INVESTIGAÇÃO SEM SCENARIO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94360" y="1417320"/>
            <a:ext cx="6766560" cy="3566160"/>
          </a:xfrm>
          <a:prstGeom prst="roundRect">
            <a:avLst>
              <a:gd name="adj" fmla="val 1538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554480"/>
            <a:ext cx="64465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TOOL_SPECS = [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query_metrics(query)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list_trace_services()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query_traces(service)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get_service_health()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get_recent_changes()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execute(name, args, urls):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# allowlist: nenhuma tool mutável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'query_metrics':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name == 'query_traces':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raise ValueError('tool not allowlisted')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18120" y="1737360"/>
            <a:ext cx="34747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Tools read-only: métricas, traces, health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Agente registra tool calls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Input não contém scenario=payment_latency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CAUSA PROVÁVEL VS VERIFICADA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2064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Afirmação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512064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1481328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Nível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latência aumentou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2103120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observação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span domina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2724912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correlação forte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é causa provável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3346704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inferência com evidência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reiniciar 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71032" y="3968496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ação com HITL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RCA definitiva exige mais evidência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Ação mutável fica fora do agente autônomo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AUTONOMIA POR RISCO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2064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Afirmação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512064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1481328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Nível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latência aumentou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2103120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observação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span domina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2724912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correlação forte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é causa provável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3346704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inferência com evidência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reiniciar 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71032" y="3968496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ação com HITL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RCA definitiva exige mais evidência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Ação mutável fica fora do agente autônomo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HUMAN-IN-THE-LOOP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2064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Afirmação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1417320"/>
            <a:ext cx="5120640" cy="621792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1481328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Nível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103120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latência aumentou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97880" y="2039112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71032" y="2103120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observação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724912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span domina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897880" y="2660904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2724912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correlação forte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346704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é causa provável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97880" y="3282696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3346704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inferência com evidência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968496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reiniciar provider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3904488"/>
            <a:ext cx="5120640" cy="621792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71032" y="3968496"/>
            <a:ext cx="497433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ação com HITL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RCA definitiva exige mais evidência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Ação mutável fica fora do agente autônomo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SRE AGENT OUTPUT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17320"/>
            <a:ext cx="64008" cy="10972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572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Evidência: métrica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payment_provider = 0.2536 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743200"/>
            <a:ext cx="64008" cy="10972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8986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Evidência: trace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C0C0C"/>
                </a:solidFill>
              </a:rPr>
              <a:t>payment.request = 253758 µs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069080"/>
            <a:ext cx="64008" cy="10972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245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0C0C"/>
                </a:solidFill>
              </a:rPr>
              <a:t>Resultado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4343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confidence=0.85 · active_incident=true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72200" y="1828800"/>
            <a:ext cx="448056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Causa provável, não verificada absoluta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Sem unsupported_claims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requires_human=true para mitigação</a:t>
            </a:r>
            <a:endParaRPr lang="en-US" sz="16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RELEASE POLICY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54480"/>
            <a:ext cx="58064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decide(functional:dict, visual:dict, sre:dict|None=None)-&gt;ReleaseDecision: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reasons=[]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not functional.get('passed',False): reasons.append('functional critical test failed')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triage=visual.get('triage') or {}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triage.get('recommendation')=='block': reasons.append('visual regression classified as block')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visual.get('policy')=='block': reasons.append('visual policy gate failed')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sre and sre.get('active_incident',False): reasons.append('active SLO-impacting incident')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reasons: return ReleaseDecision('BLOCK',reasons)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triage.get('recommendation')=='review' or visual.get('policy')=='review': return ReleaseDecision('REVIEW',['visual evidence requires human review'])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ReleaseDecision('PASS',[])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508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Functional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passed=true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2651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policy=review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3794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active incident → BLOCK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5074920"/>
            <a:ext cx="3749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Decisão final validada: BLOCK</a:t>
            </a:r>
            <a:endParaRPr lang="en-US" sz="1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RELATÓRIO INTEGRADO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54480"/>
            <a:ext cx="58064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decide(functional:dict, visual:dict, sre:dict|None=None)-&gt;ReleaseDecision: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reasons=[]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not functional.get('passed',False): reasons.append('functional critical test failed')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triage=visual.get('triage') or {}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triage.get('recommendation')=='block': reasons.append('visual regression classified as block')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visual.get('policy')=='block': reasons.append('visual policy gate failed')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sre and sre.get('active_incident',False): reasons.append('active SLO-impacting incident')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reasons: return ReleaseDecision('BLOCK',reasons)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triage.get('recommendation')=='review' or visual.get('policy')=='review': return ReleaseDecision('REVIEW',['visual evidence requires human review'])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ReleaseDecision('PASS',[])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508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Functional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passed=true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2651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policy=review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3794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active incident → BLOCK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5074920"/>
            <a:ext cx="3749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Decisão final validada: BLOCK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DECISÃO PASS/REVIEW/BLOCK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1417320"/>
            <a:ext cx="6126480" cy="3108960"/>
          </a:xfrm>
          <a:prstGeom prst="roundRect">
            <a:avLst>
              <a:gd name="adj" fmla="val 176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54480"/>
            <a:ext cx="580644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def decide(functional:dict, visual:dict, sre:dict|None=None)-&gt;ReleaseDecision: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reasons=[]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not functional.get('passed',False): reasons.append('functional critical test failed')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triage=visual.get('triage') or {}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triage.get('recommendation')=='block': reasons.append('visual regression classified as block')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visual.get('policy')=='block': reasons.append('visual policy gate failed')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sre and sre.get('active_incident',False): reasons.append('active SLO-impacting incident')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reasons: return ReleaseDecision('BLOCK',reasons)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triage.get('recommendation')=='review' or visual.get('policy')=='review': return ReleaseDecision('REVIEW',['visual evidence requires human review'])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return ReleaseDecision('PASS',[])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60920" y="1508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508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Functional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passed=true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60920" y="2651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60920" y="2651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807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Visual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policy=review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379476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3794760"/>
            <a:ext cx="64008" cy="868680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3800" y="3950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0C0C"/>
                </a:solidFill>
              </a:rPr>
              <a:t>SRE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C0C0C"/>
                </a:solidFill>
              </a:rPr>
              <a:t>active incident → BLOCK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5074920"/>
            <a:ext cx="3749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Decisão final validada: BLOCK</a:t>
            </a:r>
            <a:endParaRPr lang="en-US" sz="1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EXERCÍCIO MENTORADO DIA 3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79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Incidente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Evidência principal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latency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trace + metric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inventory 500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logs/errors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external timeout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dependency trace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saturation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resource metric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Apresentação deve defender evidências antes da causa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Rubrica penaliza hallucination e ação sem HITL</a:t>
            </a:r>
            <a:endParaRPr lang="en-US" sz="1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CHECKLIST DE PRODUÇÃO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1417320"/>
            <a:ext cx="5166360" cy="585216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Incidente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5166360" cy="585216"/>
          </a:xfrm>
          <a:prstGeom prst="rect">
            <a:avLst/>
          </a:prstGeom>
          <a:solidFill>
            <a:srgbClr val="0E1D8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481328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Evidência principal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payment latency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002536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16752" y="2066544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trace + metric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inventory 500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2587752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16752" y="2651760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logs/errors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external timeout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172968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3236976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dependency trace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saturation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0" y="3758184"/>
            <a:ext cx="5166360" cy="585216"/>
          </a:xfrm>
          <a:prstGeom prst="rect">
            <a:avLst/>
          </a:prstGeom>
          <a:solidFill>
            <a:srgbClr val="1E1E1E"/>
          </a:solidFill>
          <a:ln w="7620">
            <a:solidFill>
              <a:srgbClr val="5C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822192"/>
            <a:ext cx="502005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resource metric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Apresentação deve defender evidências antes da causa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Rubrica penaliza hallucination e ação sem HITL</a:t>
            </a:r>
            <a:endParaRPr lang="en-US" sz="16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C0C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0E1D8E"/>
          </a:solidFill>
          <a:ln w="12700">
            <a:solidFill>
              <a:srgbClr val="0E1D8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D8E"/>
                </a:solidFill>
              </a:rPr>
              <a:t>DIA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FFFFFF"/>
                </a:solidFill>
              </a:rPr>
              <a:t>FECHAMENTO DA SEMANA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65105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BBBBB"/>
                </a:solidFill>
              </a:rPr>
              <a:t>IA PARA DEVS [SD] · LOW-CODE QA/SRE · ReleaseGuard AI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8686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Evidência antes de autonomia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987552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Dia 1: testes funcionais com oracle defensável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Dia 2: regressão visual medida e triada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Dia 3: investigação SRE com métricas e traces reais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Produção: política e aprovação humana para risco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xe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LAB365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ReleaseGuard AI — Low-Code para QA e SRE com IA</dc:title>
  <dc:subject>Low-Code para QA e SRE com IA</dc:subject>
  <dc:creator>LAB365 / OpenAI</dc:creator>
  <cp:lastModifiedBy>LAB365 / OpenAI</cp:lastModifiedBy>
  <cp:revision>1</cp:revision>
  <dcterms:created xsi:type="dcterms:W3CDTF">2026-08-17T13:57:28Z</dcterms:created>
  <dcterms:modified xsi:type="dcterms:W3CDTF">2026-08-17T13:57:28Z</dcterms:modified>
</cp:coreProperties>
</file>